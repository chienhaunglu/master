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2BCEE-2623-4DB1-8DA8-55D8CEA2654A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53D73-CB6A-4960-8DA7-31055820DB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7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53D73-CB6A-4960-8DA7-31055820DBB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0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16125B-E52D-4009-11C4-C8AFE79F5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A04F928-8714-D9E7-6B9D-FA476F864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D83A08-AD66-7591-48C2-29F04BB1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F6149C-1C4D-4E12-09FF-7501F31A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DB8693-3080-B16C-917C-E9AE2617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71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87256C-E3C8-E031-ACBC-412515CC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A151D-F58A-C21C-87E7-2DC0317C8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EAA65C-842D-61C1-3746-C424F8BE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28F286-A9AE-0EDF-264E-AB827182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A8414F-88E0-65FA-FF2C-471B4BF1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73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6E6CB5-FC90-86EC-E798-2E6698DB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2CD11F-BEC6-ECA1-A280-3C04585D4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B5C9D-E602-1CEB-8FAA-385DCE38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5C153F-B768-CB16-C553-A7C747775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381E43-4EB1-E439-E59D-3AF0E6EE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01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CFEBD2-3634-957A-F21A-05771B67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97425F-E2CC-0C09-ADC8-5DB53EBB6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B030F3C-035A-72CB-3D26-CCBC33AD8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F0A0CD-9B7A-F65B-01D5-57F61B88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628F20-A599-EA29-0F3E-52E82172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3167ED-531C-6A4B-3F16-0EA23950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102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EF1186-C1D7-F7AF-81E0-E270D771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B0DCD7C-7189-F5D5-000A-E6B86D089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B9D258-960D-8025-FD4F-431EB8C33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32D0AD0-78BB-49F0-17E8-657B44E90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4D669F4-44FA-4CF1-6105-7224FFB37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306FE75-D5EF-5540-7DCF-5B46D26A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5D15AC6-9DFD-4617-8AB2-FCCF0136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F154759-BCE3-514A-F388-C0B6A8D8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81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B60D48-55F0-B118-1F08-95A1909CD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F41DAA4-C223-713E-FE33-53232AFA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2C51621-3A4E-90BD-9E09-B3462225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3B89DB4-AB49-D515-E016-E542716F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3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A7218A5-C3D8-D109-1434-470F92A9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AE42BC0-5F16-C273-2FC6-D835715F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3D3A1D-0044-8CD5-B353-D7831B08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57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1E151-36D2-78E7-3011-77EDCAF1F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548661-AED4-3A0C-4C53-B7144464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77B4CE5-8663-674B-800B-AE8F98E46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799807-48FC-70DA-AE77-3DF9ACAC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FD5858-3402-9589-2C64-81191545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8EB8A7-9D8A-2967-6ACD-3EFF45D7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50A3CF-C19A-BE84-0564-55658666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C3C908E-DAB8-3E48-0CB2-50DA0BB63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F749D4A-19F7-DED1-048F-2F68AA455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B23516-895C-F80D-F922-9F98FFAE4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788655-F1F0-AD53-C81F-C0919A3A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50B6F6-BBE8-B901-4807-31F5D634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90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E4BC00-B8E5-17D6-9619-DA1A274E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8D87995-9306-05E2-8FBC-D04154F6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422733-0CB3-F7D6-D581-BD634C92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D5DF85-F3B7-E310-D697-8B070C7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3CC501-06BF-100A-2197-69E822EF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78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49C203D-9053-0A92-74B6-39904B80C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1643DB-E9FE-92E7-C17A-2047C8BB2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58A81D-EA7E-CE71-473E-874E8E78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9B0BD5-E2B0-FF08-4E17-380F8AFA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7BFFDF-B7CF-9551-B2BF-7B1165F9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12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4C7EFB6-3438-9D21-CBB2-2284EB89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8796BD-02CE-4650-05A0-86232B16D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9D633E-CC2F-D89E-D180-D37380A32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A6BD5-2129-42D7-BE1F-90B55950B218}" type="datetimeFigureOut">
              <a:rPr lang="zh-TW" altLang="en-US" smtClean="0"/>
              <a:t>2026/5/3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9C6D07-F959-6E9B-6720-389728ED8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A360B7-F44E-13DF-0802-59FEC966C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D611B-DCFE-47AF-8478-3B00BB07A5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73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6540D8-873F-0EAF-87A5-BAF5EA957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537229"/>
            <a:ext cx="10261600" cy="3407304"/>
          </a:xfrm>
        </p:spPr>
        <p:txBody>
          <a:bodyPr>
            <a:normAutofit fontScale="90000"/>
          </a:bodyPr>
          <a:lstStyle/>
          <a:p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Project 2</a:t>
            </a:r>
            <a:b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 Real-Time Style Transfer System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工作項目分配</a:t>
            </a:r>
          </a:p>
        </p:txBody>
      </p:sp>
    </p:spTree>
    <p:extLst>
      <p:ext uri="{BB962C8B-B14F-4D97-AF65-F5344CB8AC3E}">
        <p14:creationId xmlns:p14="http://schemas.microsoft.com/office/powerpoint/2010/main" val="185141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1C7A4C-11C9-FB6E-25B8-555944865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18255"/>
            <a:ext cx="10515600" cy="1144589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簡報組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8B3193-AAE8-095F-C4E1-F320A523D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5" y="1162844"/>
            <a:ext cx="1087966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需求人數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工作內容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當天報告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QA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回答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統一報告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Slides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排版整理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含排版、美編、內容調整、江維鈞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報告內容章節要求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開投影片共編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D631A47-57F0-2B38-07E2-6AC3CF2A245F}"/>
              </a:ext>
            </a:extLst>
          </p:cNvPr>
          <p:cNvSpPr txBox="1"/>
          <p:nvPr/>
        </p:nvSpPr>
        <p:spPr>
          <a:xfrm>
            <a:off x="465665" y="5279657"/>
            <a:ext cx="74254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補充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簡報內容由各組針對自己負責部分去填寫內容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負責量化者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負責填寫量化工作內容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簡述過程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FA50238-02EF-354E-1F1B-6765758A7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106" y="124486"/>
            <a:ext cx="2538428" cy="24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23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FB7B6-A98B-5CAC-19CD-7CBD9430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499C4C-C824-85D7-2756-A52AD1BF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3" y="0"/>
            <a:ext cx="10515600" cy="1157552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實作組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203DA6-C523-50C7-7602-BA42A6765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3" y="1157552"/>
            <a:ext cx="11408834" cy="555413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需求人數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工作內容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PTQ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量化前後在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Xaiver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上具體提速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Speedup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多少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Xaiver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上實作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AutoNum type="arabicPeriod"/>
            </a:pP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Pretrained model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Pytorch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為主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至少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且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有附論文佳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詳細可參考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Project2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細節說明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並轉換成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ONNX model,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整理訓練資料來源及輸入方式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Image only? Video only?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Both?)</a:t>
            </a:r>
          </a:p>
          <a:p>
            <a:pPr marL="0" indent="0" algn="just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ONNX model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能否順利執行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場景影像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藝術風格圖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藝術風格場景圖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(Note: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最終模型選擇優先考量可輸入影片和圖像之模型且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有附論文佳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 UI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介面設計、已量化模型串接、測試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可能需要和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Xaiver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組合作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CED29CB-2A01-3B97-FEBB-4BAF25AD9C1C}"/>
                  </a:ext>
                </a:extLst>
              </p:cNvPr>
              <p:cNvSpPr txBox="1"/>
              <p:nvPr/>
            </p:nvSpPr>
            <p:spPr>
              <a:xfrm>
                <a:off x="8006231" y="275167"/>
                <a:ext cx="3991036" cy="60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Speedup</a:t>
                </a:r>
                <a:r>
                  <a:rPr lang="zh-TW" altLang="en-US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改善前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所需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執行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時間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改善後</m:t>
                        </m:r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所需執行時間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CED29CB-2A01-3B97-FEBB-4BAF25AD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231" y="275167"/>
                <a:ext cx="3991036" cy="607218"/>
              </a:xfrm>
              <a:prstGeom prst="rect">
                <a:avLst/>
              </a:prstGeom>
              <a:blipFill>
                <a:blip r:embed="rId2"/>
                <a:stretch>
                  <a:fillRect l="-1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0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1EA5-45CF-C4DC-2E74-966F2D07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88805-A0F8-BAA0-BABF-B67BD222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8255"/>
            <a:ext cx="10515600" cy="1144589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Xaiver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C72A92-5D4B-2F65-58C3-59FB5762A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4" y="1162844"/>
            <a:ext cx="1057486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需求人數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工作內容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AutoNum type="arabic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主要負責於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Xaiver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部署並偵錯處理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擔任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Xaiver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主要負責人小助手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主要負責人需要什麼資料或問題盡可能協助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當天於教室場地測試並確保能在教室所有電視上進行投放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35603A-7BBE-E777-BE36-22096BDD2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115" y="404548"/>
            <a:ext cx="4024434" cy="226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305</Words>
  <Application>Microsoft Office PowerPoint</Application>
  <PresentationFormat>寬螢幕</PresentationFormat>
  <Paragraphs>32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2" baseType="lpstr">
      <vt:lpstr>標楷體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 Project 2  A Real-Time Style Transfer System  工作項目分配</vt:lpstr>
      <vt:lpstr>簡報組</vt:lpstr>
      <vt:lpstr>實作組</vt:lpstr>
      <vt:lpstr>Xaiver組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建篁 呂</dc:creator>
  <cp:lastModifiedBy>建篁 呂</cp:lastModifiedBy>
  <cp:revision>10</cp:revision>
  <dcterms:created xsi:type="dcterms:W3CDTF">2026-05-02T09:24:26Z</dcterms:created>
  <dcterms:modified xsi:type="dcterms:W3CDTF">2026-05-03T14:35:47Z</dcterms:modified>
</cp:coreProperties>
</file>